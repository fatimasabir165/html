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08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93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17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73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0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89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3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63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799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2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15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F9924C-1307-42D6-B0AA-527908DF20A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3D53D2-1DEF-4EF2-A0DF-5A732763E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1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" t="689" r="67420" b="66207"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67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4" t="1150" r="34009" b="6574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50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9" t="1380" r="753" b="659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9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" t="35805" r="67295" b="3379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0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53" t="36092" r="33397" b="33334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7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29" t="35531" r="430" b="3435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85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" t="67126" r="67267" b="2298"/>
          <a:stretch/>
        </p:blipFill>
        <p:spPr>
          <a:xfrm>
            <a:off x="31530" y="1"/>
            <a:ext cx="121604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38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53" t="67126" r="33704" b="2299"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06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6" t="67357" r="907" b="2528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78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Ws-Fatima</dc:creator>
  <cp:lastModifiedBy>Ws-Fatima</cp:lastModifiedBy>
  <cp:revision>2</cp:revision>
  <dcterms:created xsi:type="dcterms:W3CDTF">2026-10-22T11:47:36Z</dcterms:created>
  <dcterms:modified xsi:type="dcterms:W3CDTF">2026-10-22T11:49:43Z</dcterms:modified>
</cp:coreProperties>
</file>